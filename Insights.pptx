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E2C4E-C95D-44A0-A968-2C87DEFADC47}" type="datetimeFigureOut"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4CA7B-DDD1-4A11-B1CB-FB6359B956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4CA7B-DDD1-4A11-B1CB-FB6359B9565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0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32766-47EC-64AA-219B-26C3FBE9D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99EE4-863D-35EA-F419-88EDC19CB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D55D-5331-326D-E275-4969AEA8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09E81-606E-4752-5347-AA3F44EA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A926C-65AF-AFB1-6AE3-FE5F631D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4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454-9C46-4654-FE08-D614CA52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78D1-2090-C153-4AC1-8279C193A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D34C3-6E64-8224-F5B8-8DDCAC7C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EE67D-E6FD-D71C-48C6-46C86C87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DEEFE-9B39-B689-3EC5-A2D24D52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7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2902-6EDF-1412-0D57-B10DC717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EB2C8-42FA-FE63-49C8-D1081895E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4B82-D33F-1ACA-690B-4E2F14FC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5A97-4A91-57F7-273C-95B83687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DE48F-C263-73AC-5E74-C5C07575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7311-A497-B936-36F7-79EAAFDB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018A-5E5C-6322-12CA-23D32A6C5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CE9F7-3671-8E5B-DD82-E70360F49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CEA23-73E9-5781-1C14-9D8999F1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074DA-DBC4-E399-01A0-FF6ADD1F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251D-BE97-611D-DC1E-F2D91AF6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58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32AD-4D5A-3932-FF06-18565179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ABECB-CA54-A6B2-A07C-5BB1FBF9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85307-D267-885C-38E5-72C98116B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172F2-4C37-5EC5-FA1F-D12B9EA5C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E5D2D-0F92-B9F0-49FD-AD444B96F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7E91A-1CAA-D5DC-3772-30CCE3E05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DA62E-00C9-AA8B-A40E-586B74DE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DDA7C-AC31-560C-DBC6-D67E5BDC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3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5117-84A2-5D60-E1ED-FD805726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B3C54-9FC6-2A33-08AA-71CA7431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3BAFC-6118-C436-0C90-92A9AC9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DE9-0D8B-4790-ED58-7F8B4A2A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5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9B2D3A-6B75-9482-46D1-197E4862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6DA77-BC0F-88A0-FE1B-2258B922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B7394-B59A-1069-8DA4-8AC5274F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3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F0220-6AB3-5B95-7646-A90C028B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3124-B23F-9330-DF4C-E63110049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4D62-EF6B-BDFC-6565-EDE6CD089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A9B4F-9710-388B-BFBB-E257AE3E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720EC-B3B1-D79F-4FB1-17C9104A9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74160-2793-EB6E-D620-366E7D3E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3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E075-0568-C787-785D-49F16131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95ADB-FC99-6BF0-5B0E-036D2EAE2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84C26-B4F6-71BE-18B4-83EC800B6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33F7B-DB28-016C-1E50-C6754666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D039F-EA83-CC95-643F-FFCA0F98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3E0C6-F41C-0DDD-A239-EE745EBE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7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D2B3-E9B9-6BA7-FB7D-11E35C5D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EFFCA-190C-696F-EFAC-EB2F81355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087B2-7C43-E00B-B077-722E5DB07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D7C42-4D84-75B7-B836-AC2A6D61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5058C-DCBE-B99A-1BBC-3CCF36C4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19925-AAC9-6F1D-B671-817CB150C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31003-6F0C-06C1-1ED7-EDBC4B32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B829-135C-47C1-5E31-C11BBF16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B1142-76D2-571B-8330-E28A3519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67CBD-B996-829B-A781-D77D3069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7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D24993-9FD5-7A6F-88EC-83BC7D181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C5ABB-742F-686A-F3EA-8BD488D9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E0124-5EBE-D232-E7AE-51D458C68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DA013-F06D-412C-9EBF-8C277D08A7CB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F521A-C9EB-8F3E-AE04-4F4A86113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B3BDA-D03E-EF85-BD8C-729B25970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B2E4B-353B-43E0-97C1-3F59EAAA1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C28F-A7DB-BCEB-E753-F45D9C9CD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6626" y="655983"/>
            <a:ext cx="4094922" cy="1053547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3FB49-B248-7EFA-DABD-7883C1B7D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148" y="1987827"/>
            <a:ext cx="9849678" cy="391601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Sales show an upward trend toward the end of the year, peaking in </a:t>
            </a:r>
            <a:r>
              <a:rPr lang="en-US" b="1" dirty="0"/>
              <a:t>November and December.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Technology</a:t>
            </a:r>
            <a:r>
              <a:rPr lang="en-US" dirty="0"/>
              <a:t> category contributes the highest sales among all categories, showing strong customer interest in tech products.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West</a:t>
            </a:r>
            <a:r>
              <a:rPr lang="en-US" dirty="0"/>
              <a:t> region records the highest sales in Furniture and Office Supplies, while the </a:t>
            </a:r>
            <a:r>
              <a:rPr lang="en-US" b="1" dirty="0"/>
              <a:t>East</a:t>
            </a:r>
            <a:r>
              <a:rPr lang="en-US" dirty="0"/>
              <a:t> region dominates in Technology sales.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January and February</a:t>
            </a:r>
            <a:r>
              <a:rPr lang="en-US" dirty="0"/>
              <a:t> show lower sales activity, indicating a post-holiday slowdown.</a:t>
            </a:r>
          </a:p>
        </p:txBody>
      </p:sp>
    </p:spTree>
    <p:extLst>
      <p:ext uri="{BB962C8B-B14F-4D97-AF65-F5344CB8AC3E}">
        <p14:creationId xmlns:p14="http://schemas.microsoft.com/office/powerpoint/2010/main" val="201192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73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rishal567@gmail.com</dc:creator>
  <cp:lastModifiedBy>rishal567@gmail.com</cp:lastModifiedBy>
  <cp:revision>4</cp:revision>
  <dcterms:created xsi:type="dcterms:W3CDTF">2025-11-03T17:51:55Z</dcterms:created>
  <dcterms:modified xsi:type="dcterms:W3CDTF">2025-11-03T18:05:22Z</dcterms:modified>
</cp:coreProperties>
</file>